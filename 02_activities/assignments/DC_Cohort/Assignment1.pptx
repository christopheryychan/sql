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14401-1EAD-EA7B-C267-5B7F7DC91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039A33-711A-1DA7-0646-E41B27842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A1D51-E568-8722-DC5A-E13B66713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8F50-399A-4BC4-A04A-0F73596DF72B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7515A-2125-7A5C-2758-75AB841E4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4833C-4A8D-3BF1-2C01-6D0418DC5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5283-3401-4780-AC24-845CF40A7A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9595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86EC-A4DC-727D-4605-323860D7C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333D8-0867-2FFA-AA14-DD9B51C94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7596F-0AC0-C891-82F6-35A3EAED2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8F50-399A-4BC4-A04A-0F73596DF72B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D7D8A-893F-C871-C281-A20559782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2F9EA-06EF-C39D-C217-0B7FF1CD3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5283-3401-4780-AC24-845CF40A7A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4309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5CB27-EC27-8EC3-5F51-EEBEC9D18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52F1A-718A-1316-A081-D7B93E02A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7A0B2-383C-0313-1F83-10C67F35D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8F50-399A-4BC4-A04A-0F73596DF72B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0A351-F796-17B7-14ED-A2B0CDE0D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33214-C5F9-5427-46ED-4541C4659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5283-3401-4780-AC24-845CF40A7A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7193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36D83-05BF-E181-3973-DAF35E35F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953D9-21FB-4872-E0E8-3194237D3A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F5FE2-EF48-EA15-2E90-48F393336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85488-69B8-3B64-5C8E-468735A1D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8F50-399A-4BC4-A04A-0F73596DF72B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36A55-D373-D73C-A3C4-525A867B3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6EA2D-A5CB-8D23-F8DD-F96BFA80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5283-3401-4780-AC24-845CF40A7A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6831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7DDEB-4B6A-9C61-2C9A-FC606AED9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F0FD8-C294-415C-4A20-9F7059A18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07A2D-40CF-E6B6-CF65-417CA127B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C9BB67-DB27-528B-F2F0-1BC58A020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FFFCCD-1E32-B7DC-3B0D-448C78AC4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FA94C9-B9AB-EC51-C6DF-F111416BF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8F50-399A-4BC4-A04A-0F73596DF72B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58470-2612-125F-8C6C-51C2335F8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6ACFF3-A626-7710-789E-14E9D4B8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5283-3401-4780-AC24-845CF40A7A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681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AB2C6-3551-E24B-8026-98CCAF9E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CF7BE9-3912-28A0-6D84-04B2EBABA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8F50-399A-4BC4-A04A-0F73596DF72B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125591-B61D-0DC0-4F55-A6A838F81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9842D-E7E1-D196-0386-888D1824E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5283-3401-4780-AC24-845CF40A7A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3630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B69934-06C3-DF49-7D8B-2B881C393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8F50-399A-4BC4-A04A-0F73596DF72B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204D25-37B0-763A-0739-63BB4DE37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E9F36-AE99-2D3D-62C0-CA1895A55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5283-3401-4780-AC24-845CF40A7A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881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F7A58-0B9D-513E-1BF5-DE03545EC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2C627-3182-9D44-E1D2-4EE2C28AE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E1213-4EB5-5CF2-BAFF-03ED76EFF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8A725-345A-7CBC-3481-EA280E89A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8F50-399A-4BC4-A04A-0F73596DF72B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E9424-ED3E-DFD5-3CD6-9FE6363FE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4039C-8F6B-B5E0-5C83-52184EE4B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5283-3401-4780-AC24-845CF40A7A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6637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7B245-B5A5-C0A0-4AB0-A3A873407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BD34FC-72BE-C2F9-B9E2-70FBA3C3D5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3D7D7-1FA2-B40F-88F8-BED1C1E00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F989FD-50DB-B57E-3540-7825102AC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8F50-399A-4BC4-A04A-0F73596DF72B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AA854-C2CA-D7DA-83E0-6AB7D5BCE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0863D-CF04-6E08-C5E2-E2257D121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5283-3401-4780-AC24-845CF40A7A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2514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AD099-FA97-232B-13BE-167D986C7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72BC0-9B32-B53D-4743-2BAB13B41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FFBDC-41E0-42ED-FDB7-545AC46E7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8F50-399A-4BC4-A04A-0F73596DF72B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CDB9F-63A8-1CBD-A555-4AEF58DB9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F7253-EA2C-E269-88FB-D0AF8889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5283-3401-4780-AC24-845CF40A7A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0634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88D3F7-7046-7D9D-0AD2-2CA6145E31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B585D-AC81-8D14-8406-CA65DE172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F43E9-4120-2DD6-AB4C-B0A449372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8F50-399A-4BC4-A04A-0F73596DF72B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83AFA-DF6A-AB25-2D34-EA00F2F5A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9F36A-8700-9ED9-5E72-1CE6AA21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5283-3401-4780-AC24-845CF40A7A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8603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55EBA3-94D7-44DF-246F-C37FD2C67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D3BCF-5724-0A68-83AC-343B4D19D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3E7C5-BBD9-1003-68AE-F79CB3EF46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748F50-399A-4BC4-A04A-0F73596DF72B}" type="datetimeFigureOut">
              <a:rPr lang="en-CA" smtClean="0"/>
              <a:t>2025-11-04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5A51E-BCB7-6031-4F4A-4F3090AE1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914A4-CF84-3073-0156-7DE024348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E5283-3401-4780-AC24-845CF40A7A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8350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A37E93-46E9-86D3-DDF1-AFDAF029A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763933"/>
              </p:ext>
            </p:extLst>
          </p:nvPr>
        </p:nvGraphicFramePr>
        <p:xfrm>
          <a:off x="793509" y="2386421"/>
          <a:ext cx="2273782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3782">
                  <a:extLst>
                    <a:ext uri="{9D8B030D-6E8A-4147-A177-3AD203B41FA5}">
                      <a16:colId xmlns:a16="http://schemas.microsoft.com/office/drawing/2014/main" val="2017350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product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794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err="1"/>
                        <a:t>product_id</a:t>
                      </a:r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96676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err="1"/>
                        <a:t>product_name</a:t>
                      </a:r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0534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err="1"/>
                        <a:t>product_size</a:t>
                      </a:r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53022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err="1"/>
                        <a:t>product_category_id</a:t>
                      </a:r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95436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err="1"/>
                        <a:t>product_qty_type</a:t>
                      </a:r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20189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E26645E-5C80-A459-A497-7DFA52C08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544283"/>
              </p:ext>
            </p:extLst>
          </p:nvPr>
        </p:nvGraphicFramePr>
        <p:xfrm>
          <a:off x="5542986" y="2386421"/>
          <a:ext cx="3417747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17747">
                  <a:extLst>
                    <a:ext uri="{9D8B030D-6E8A-4147-A177-3AD203B41FA5}">
                      <a16:colId xmlns:a16="http://schemas.microsoft.com/office/drawing/2014/main" val="2017350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err="1"/>
                        <a:t>customer_purchases</a:t>
                      </a:r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794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err="1"/>
                        <a:t>product_id</a:t>
                      </a:r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96676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err="1"/>
                        <a:t>vendor_id</a:t>
                      </a:r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0534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err="1"/>
                        <a:t>market_date</a:t>
                      </a:r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53022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err="1"/>
                        <a:t>customer_id</a:t>
                      </a:r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95436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quantity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05201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err="1"/>
                        <a:t>cost_to_customer_per_qty</a:t>
                      </a:r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34715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err="1"/>
                        <a:t>transaction_time</a:t>
                      </a:r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381337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E66E2FF-0692-5EB1-FB5B-94D62E22A8B6}"/>
              </a:ext>
            </a:extLst>
          </p:cNvPr>
          <p:cNvSpPr txBox="1"/>
          <p:nvPr/>
        </p:nvSpPr>
        <p:spPr>
          <a:xfrm>
            <a:off x="3252486" y="29431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424271-6AA3-84FB-2D6A-CE381C6687A0}"/>
              </a:ext>
            </a:extLst>
          </p:cNvPr>
          <p:cNvSpPr txBox="1"/>
          <p:nvPr/>
        </p:nvSpPr>
        <p:spPr>
          <a:xfrm>
            <a:off x="5126425" y="294208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∞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E90639-4BA2-3FE1-79DB-CD1121F540E2}"/>
              </a:ext>
            </a:extLst>
          </p:cNvPr>
          <p:cNvSpPr txBox="1"/>
          <p:nvPr/>
        </p:nvSpPr>
        <p:spPr>
          <a:xfrm>
            <a:off x="1405885" y="1370758"/>
            <a:ext cx="4229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product shares a one-to-many relationship </a:t>
            </a:r>
          </a:p>
          <a:p>
            <a:r>
              <a:rPr lang="en-CA" dirty="0"/>
              <a:t>with </a:t>
            </a:r>
            <a:r>
              <a:rPr lang="en-CA" dirty="0" err="1"/>
              <a:t>customer_purchases</a:t>
            </a:r>
            <a:r>
              <a:rPr lang="en-CA" dirty="0"/>
              <a:t> on </a:t>
            </a:r>
            <a:r>
              <a:rPr lang="en-CA" dirty="0" err="1"/>
              <a:t>product_id</a:t>
            </a:r>
            <a:endParaRPr lang="en-CA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7030DB-FD3B-0AE7-0833-B41FD5400E63}"/>
              </a:ext>
            </a:extLst>
          </p:cNvPr>
          <p:cNvCxnSpPr>
            <a:endCxn id="11" idx="0"/>
          </p:cNvCxnSpPr>
          <p:nvPr/>
        </p:nvCxnSpPr>
        <p:spPr>
          <a:xfrm>
            <a:off x="3217761" y="2942085"/>
            <a:ext cx="209958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2441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63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Yat Yan Chan</dc:creator>
  <cp:lastModifiedBy>Yat Yan Chan</cp:lastModifiedBy>
  <cp:revision>9</cp:revision>
  <dcterms:created xsi:type="dcterms:W3CDTF">2025-11-04T20:40:08Z</dcterms:created>
  <dcterms:modified xsi:type="dcterms:W3CDTF">2025-11-04T21:15:12Z</dcterms:modified>
</cp:coreProperties>
</file>